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5036"/>
          </a:solidFill>
          <a:ln w="12700">
            <a:solidFill>
              <a:srgbClr val="B850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82B28"/>
                </a:solidFill>
              </a:rPr>
              <a:t>모여 앱 소개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5778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• AI 동료와 함께 완성하는 협업 플랫폼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• 확인 문구: 함께 읽고 함께 완성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020" y="1737360"/>
            <a:ext cx="4114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7E77"/>
                </a:solidFill>
              </a:rPr>
              <a:t>모여  ·  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5036"/>
          </a:solidFill>
          <a:ln w="12700">
            <a:solidFill>
              <a:srgbClr val="B850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82B28"/>
                </a:solidFill>
              </a:rPr>
              <a:t>모여 앱 사용 순서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1. 목표와 역할 정하기: 결과물과 역할 정의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2. 파일과 웹 링크 올리기: 공유 자료 등록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3. AI 작업과 동료 검토: 교차 검토 및 개선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4. 결과 저장: DOCX, PPTX, 코드 파일 저장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5. 선택 공개: 선택한 파일만 인터넷 공개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6. 버전 관리: 같은 이름 수정 시 이전 버전 보존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7E77"/>
                </a:solidFill>
              </a:rPr>
              <a:t>모여  ·  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5036"/>
          </a:solidFill>
          <a:ln w="12700">
            <a:solidFill>
              <a:srgbClr val="B850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82B28"/>
                </a:solidFill>
              </a:rPr>
              <a:t>유의사항 및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• 인증 코드와 개인 정보는 파일에 적지 않기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• 공개는 꼭 필요한 파일만 선택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• 웹 링크 자료는 출처와 읽은 시각 확인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2473F"/>
                </a:solidFill>
              </a:rPr>
              <a:t>• 확인 문구: 함께 읽고 함께 완성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7E77"/>
                </a:solidFill>
              </a:rPr>
              <a:t>모여  ·  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모여 앱 소개</dc:title>
  <dc:subject>공유 워크스페이스</dc:subject>
  <dc:creator>모여 AI 협업</dc:creator>
  <cp:lastModifiedBy>모여 AI 협업</cp:lastModifiedBy>
  <cp:revision>1</cp:revision>
  <dcterms:created xsi:type="dcterms:W3CDTF">2026-09-30T13:23:19Z</dcterms:created>
  <dcterms:modified xsi:type="dcterms:W3CDTF">2026-09-30T13:23:19Z</dcterms:modified>
</cp:coreProperties>
</file>